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7A4BC0A-6442-E1A6-A65F-4B678B5F7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A8D4D93-5882-C55C-1BA7-EF244D0F1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1CDFBAF-C8AB-8524-F637-75EFB589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C9A1105-A50E-8AD2-D742-246506DA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3DDBE9B-62B0-CA80-F346-F8317D7C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53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63D35A-5BFD-08A2-0CB6-814E84CC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EDA207-B88E-DB73-832E-1B2C5B11D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CEF45C9-0C04-FA10-6564-776E8AC0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59B59A3-D1FA-2707-297E-8E26C83C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0EC61B1-5FF9-01F1-531B-D373B8B57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960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9E8346-2CB0-B69D-2588-C51BA01C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4F85A45-0F00-CA09-5723-0C0E94C9C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B47D723-0256-809C-AB8B-015E79B35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92BE26C-21E2-7E49-2688-1165F73FF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97B7FAC-A5EC-5057-EF5B-79B27DA7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452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4F5409-EEE6-DD62-4198-FFED9784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175B62-7AFC-8FD6-E4EB-901921173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BD5C817-1468-A37D-9AD0-EE64EA569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2474C21-FB7B-C50F-76BC-C6DFAA4A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57D1D7A-BA3A-3C76-3EF4-9302C7AF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B48103C-1430-3DD3-1FFB-332EB55E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0995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DAA1CC-A616-5BED-2DAB-9FB3173BD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4C470E8-68B4-ED8C-C089-6D86CEF5B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A8148FE-C5A9-663F-EEDA-204E97691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C3538A1-00AF-6083-1C61-AE708028A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283860E8-0101-51FE-4AF7-08AA65B51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A0C85CF-9320-E39A-8126-8C70EBDA9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6A0A8A0-AA47-24F3-892F-51DF57CB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B479B57-2293-3F0A-AD86-6CB16834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0801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8CFFE0-2228-0B35-8242-53F768BC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437CF2A-AFF8-7559-1823-67B3E6DC5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45EFD15-20E6-FBC0-9B0F-9E71B0788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CA3E141-40D5-10A9-E91E-F2586EBA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793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D0EE4AB-382A-7A51-64C3-923A99EF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55B41F2-D5FB-0311-FFCD-1844A1D7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35D5E02-B183-7266-FC7A-2E32D44A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67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1591A52-B24D-4AA0-041A-17DEA856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6B0B3A5-7D10-C65B-6900-AEDA18749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50740AC-CA44-B8BC-05E1-BDA4ABA77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F710BD3-8B7B-0452-88A5-341C458B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7E542DB-4A44-E3D3-B825-B958EA7CC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78CC74E-DBE7-903B-D872-1B4FF627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821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A8F0EA-A804-F773-3983-6F5A1DA2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49E1342-9A05-F025-47A7-2F45762B1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701CF10-87A8-12B8-29BA-0DED265B4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CA98CB6-5CF5-3EFA-CD78-72F06F247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588F4C2-EC9A-7378-1BB1-5EB3C1E3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A8CD77D-8087-AC31-A636-F62ADEA1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1258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5EB451-0CAA-476A-539A-DAADC957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78A7F28-DEE0-89ED-270A-26256AEE8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77A09B-3277-9737-37CD-39249D2C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1F188D0-965E-3819-B360-0BA3BC8F2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BA2D64-376E-8F22-B590-02D39C30F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812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CF07D39-6552-E287-01B4-EB7B0AECB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77FB5C9-3590-0E72-AEF2-C944FCB04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2D6C0C-893B-FF9C-DAAF-6992CC0F5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ADB495C-64C3-796D-D4E4-72AA0BD3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85C7508-7159-640A-8193-5E43D2B7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175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B992A3D5-838D-5D63-1FF7-6FB9E9AB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EA6DE89-9E3B-96AD-97BF-BF65268F2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C6F244E-3CDF-D33F-8DC1-14A59A7B6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490B0-92D7-42E5-B7D3-01F1EA573513}" type="datetimeFigureOut">
              <a:rPr lang="he-IL" smtClean="0"/>
              <a:t>א'/אב/תשפ"ו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66A064-C552-3BF8-04A4-FCD7A4206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3885B1A-C2EC-1988-857D-AC217FF91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E9734-7A60-44A1-BC62-79FAB42164E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749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86053C88-57B1-15D7-C29B-2E998EF6C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5C96D1B9-AA58-706C-3CE3-15AE5080B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97" r="64327"/>
          <a:stretch>
            <a:fillRect/>
          </a:stretch>
        </p:blipFill>
        <p:spPr>
          <a:xfrm>
            <a:off x="231111" y="0"/>
            <a:ext cx="2250831" cy="6858000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333735C-1322-E432-3A74-D99817775F99}"/>
              </a:ext>
            </a:extLst>
          </p:cNvPr>
          <p:cNvSpPr txBox="1"/>
          <p:nvPr/>
        </p:nvSpPr>
        <p:spPr>
          <a:xfrm>
            <a:off x="8674794" y="1366035"/>
            <a:ext cx="210010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cs typeface="+mj-cs"/>
              </a:rPr>
              <a:t>NVDA</a:t>
            </a:r>
            <a:endParaRPr lang="he-IL" sz="2800" b="1" dirty="0">
              <a:solidFill>
                <a:schemeClr val="bg1"/>
              </a:solidFill>
              <a:cs typeface="+mj-cs"/>
            </a:endParaRPr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371145CD-C2D1-F703-3B65-6EC9A34E2F91}"/>
              </a:ext>
            </a:extLst>
          </p:cNvPr>
          <p:cNvCxnSpPr>
            <a:cxnSpLocks/>
          </p:cNvCxnSpPr>
          <p:nvPr/>
        </p:nvCxnSpPr>
        <p:spPr>
          <a:xfrm flipH="1">
            <a:off x="353961" y="2113935"/>
            <a:ext cx="116069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ACEC170C-5047-1DE7-9904-BCE29FE2475B}"/>
              </a:ext>
            </a:extLst>
          </p:cNvPr>
          <p:cNvSpPr txBox="1"/>
          <p:nvPr/>
        </p:nvSpPr>
        <p:spPr>
          <a:xfrm>
            <a:off x="7383484" y="1358313"/>
            <a:ext cx="210010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cs typeface="+mj-cs"/>
              </a:rPr>
              <a:t>210.33$</a:t>
            </a:r>
            <a:endParaRPr lang="he-IL" sz="2800" b="1" dirty="0">
              <a:solidFill>
                <a:schemeClr val="bg1"/>
              </a:solidFill>
              <a:cs typeface="+mj-cs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808D7FE8-74A4-B07D-546F-F5BE7546AA56}"/>
              </a:ext>
            </a:extLst>
          </p:cNvPr>
          <p:cNvSpPr txBox="1"/>
          <p:nvPr/>
        </p:nvSpPr>
        <p:spPr>
          <a:xfrm>
            <a:off x="5832904" y="1366035"/>
            <a:ext cx="210010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cs typeface="+mj-cs"/>
              </a:rPr>
              <a:t>2.93%</a:t>
            </a:r>
            <a:endParaRPr lang="he-IL" sz="2800" b="1" dirty="0">
              <a:solidFill>
                <a:schemeClr val="accent6"/>
              </a:solidFill>
              <a:cs typeface="+mj-cs"/>
            </a:endParaRP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96009C35-7C68-DBF0-1501-C487951EA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169" y="1457799"/>
            <a:ext cx="423734" cy="423734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59BBCDED-67B3-0A8F-48B3-90DFAD3338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6028"/>
          <a:stretch>
            <a:fillRect/>
          </a:stretch>
        </p:blipFill>
        <p:spPr>
          <a:xfrm>
            <a:off x="4811652" y="1477536"/>
            <a:ext cx="891617" cy="284774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A3056400-03F3-0A5F-9003-06E100E7CA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431" b="31569"/>
          <a:stretch>
            <a:fillRect/>
          </a:stretch>
        </p:blipFill>
        <p:spPr>
          <a:xfrm>
            <a:off x="2741212" y="1464184"/>
            <a:ext cx="891617" cy="326921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C79FFDF5-1466-48D0-8BC6-4F9924474B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001"/>
          <a:stretch>
            <a:fillRect/>
          </a:stretch>
        </p:blipFill>
        <p:spPr>
          <a:xfrm>
            <a:off x="821982" y="1507354"/>
            <a:ext cx="891617" cy="326920"/>
          </a:xfrm>
          <a:prstGeom prst="rect">
            <a:avLst/>
          </a:prstGeom>
        </p:spPr>
      </p:pic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4CBB0E37-8548-76BC-744D-9EE7B7E03D9E}"/>
              </a:ext>
            </a:extLst>
          </p:cNvPr>
          <p:cNvSpPr txBox="1"/>
          <p:nvPr/>
        </p:nvSpPr>
        <p:spPr>
          <a:xfrm>
            <a:off x="4415803" y="1834274"/>
            <a:ext cx="126846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  <a:cs typeface="+mj-cs"/>
              </a:rPr>
              <a:t>2.93%</a:t>
            </a:r>
            <a:endParaRPr lang="he-IL" sz="1600" b="1" dirty="0">
              <a:solidFill>
                <a:schemeClr val="accent6"/>
              </a:solidFill>
              <a:cs typeface="+mj-cs"/>
            </a:endParaRP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07F94124-D5CA-A1E1-B313-A8B85DAF5466}"/>
              </a:ext>
            </a:extLst>
          </p:cNvPr>
          <p:cNvSpPr txBox="1"/>
          <p:nvPr/>
        </p:nvSpPr>
        <p:spPr>
          <a:xfrm>
            <a:off x="2364361" y="1834274"/>
            <a:ext cx="126846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  <a:cs typeface="+mj-cs"/>
              </a:rPr>
              <a:t>1.31%</a:t>
            </a:r>
            <a:endParaRPr lang="he-IL" sz="1600" b="1" dirty="0">
              <a:solidFill>
                <a:schemeClr val="accent6"/>
              </a:solidFill>
              <a:cs typeface="+mj-cs"/>
            </a:endParaRP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1416F676-DD09-3B3E-AF51-0ABAD0050BE4}"/>
              </a:ext>
            </a:extLst>
          </p:cNvPr>
          <p:cNvSpPr txBox="1"/>
          <p:nvPr/>
        </p:nvSpPr>
        <p:spPr>
          <a:xfrm>
            <a:off x="438924" y="1804828"/>
            <a:ext cx="1268468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cs typeface="+mj-cs"/>
              </a:rPr>
              <a:t>0.22%</a:t>
            </a:r>
            <a:endParaRPr lang="he-IL" sz="1600" b="1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22" name="תמונה 21">
            <a:extLst>
              <a:ext uri="{FF2B5EF4-FFF2-40B4-BE49-F238E27FC236}">
                <a16:creationId xmlns:a16="http://schemas.microsoft.com/office/drawing/2014/main" id="{8EC64EB1-657E-84FD-180D-706FE1291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07" r="64327" b="85081"/>
          <a:stretch>
            <a:fillRect/>
          </a:stretch>
        </p:blipFill>
        <p:spPr>
          <a:xfrm>
            <a:off x="9177842" y="0"/>
            <a:ext cx="2932160" cy="1023163"/>
          </a:xfrm>
          <a:prstGeom prst="rect">
            <a:avLst/>
          </a:prstGeom>
        </p:spPr>
      </p:pic>
      <p:pic>
        <p:nvPicPr>
          <p:cNvPr id="26" name="תמונה 25">
            <a:extLst>
              <a:ext uri="{FF2B5EF4-FFF2-40B4-BE49-F238E27FC236}">
                <a16:creationId xmlns:a16="http://schemas.microsoft.com/office/drawing/2014/main" id="{17537772-741B-2714-C78F-74049710FD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323" y="104156"/>
            <a:ext cx="2586204" cy="10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3697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05ABDA7461B4083008BD86A10FED7" ma:contentTypeVersion="10" ma:contentTypeDescription="Create a new document." ma:contentTypeScope="" ma:versionID="8c9b8e16c01fa09233b1fc4ab34ac373">
  <xsd:schema xmlns:xsd="http://www.w3.org/2001/XMLSchema" xmlns:xs="http://www.w3.org/2001/XMLSchema" xmlns:p="http://schemas.microsoft.com/office/2006/metadata/properties" xmlns:ns3="8204562f-8325-4b7a-80dc-17ad36af31c1" targetNamespace="http://schemas.microsoft.com/office/2006/metadata/properties" ma:root="true" ma:fieldsID="361acd2679b2354b8017a3b1aa69c16d" ns3:_="">
    <xsd:import namespace="8204562f-8325-4b7a-80dc-17ad36af31c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4562f-8325-4b7a-80dc-17ad36af31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04562f-8325-4b7a-80dc-17ad36af31c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58D76D-1DFE-4B90-8301-4A836F2E00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04562f-8325-4b7a-80dc-17ad36af31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5476B4-70E1-44DA-9C38-8E9076E93E81}">
  <ds:schemaRefs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204562f-8325-4b7a-80dc-17ad36af31c1"/>
  </ds:schemaRefs>
</ds:datastoreItem>
</file>

<file path=customXml/itemProps3.xml><?xml version="1.0" encoding="utf-8"?>
<ds:datastoreItem xmlns:ds="http://schemas.openxmlformats.org/officeDocument/2006/customXml" ds:itemID="{B90C41B1-C2F6-4F8E-AD0A-1AACBF4524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</Words>
  <Application>Microsoft Office PowerPoint</Application>
  <PresentationFormat>מסך רחב</PresentationFormat>
  <Paragraphs>6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Ido Raphaeli</dc:creator>
  <cp:lastModifiedBy>Ido Raphaeli</cp:lastModifiedBy>
  <cp:revision>1</cp:revision>
  <dcterms:created xsi:type="dcterms:W3CDTF">2026-07-15T14:53:02Z</dcterms:created>
  <dcterms:modified xsi:type="dcterms:W3CDTF">2026-07-15T16:38:57Z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0x010100DD805ABDA7461B4083008BD86A10FED7</vt:lpwstr>
  </property>
</Properties>
</file>